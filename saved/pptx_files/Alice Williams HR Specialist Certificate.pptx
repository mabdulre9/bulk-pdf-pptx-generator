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ibre Baskerville" panose="020B0604020202020204" charset="0"/>
      <p:regular r:id="rId3"/>
    </p:embeddedFont>
    <p:embeddedFont>
      <p:font typeface="Poppins" panose="020B0604020202020204" charset="0"/>
      <p:regular r:id="rId4"/>
    </p:embeddedFont>
    <p:embeddedFont>
      <p:font typeface="Herr Von Muellerhoff" panose="020B0604020202020204" charset="0"/>
      <p:regular r:id="rId5"/>
    </p:embeddedFont>
    <p:embeddedFont>
      <p:font typeface="Poppin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4016" y="3006978"/>
            <a:ext cx="6602224" cy="1603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11"/>
              </a:lnSpc>
            </a:pPr>
            <a:r>
              <a:rPr lang="en-US" sz="8936" dirty="0" smtClean="0">
                <a:solidFill>
                  <a:srgbClr val="1C2120"/>
                </a:solidFill>
                <a:latin typeface="Herr Von Muellerhoff"/>
                <a:ea typeface="Herr Von Muellerhoff"/>
                <a:cs typeface="Herr Von Muellerhoff"/>
                <a:sym typeface="Herr Von Muellerhoff"/>
              </a:rPr>
              <a:t>Alice Williams</a:t>
            </a:r>
            <a:endParaRPr lang="en-US" sz="8936" dirty="0">
              <a:solidFill>
                <a:srgbClr val="1C2120"/>
              </a:solidFill>
              <a:latin typeface="Herr Von Muellerhoff"/>
              <a:ea typeface="Herr Von Muellerhoff"/>
              <a:cs typeface="Herr Von Muellerhoff"/>
              <a:sym typeface="Herr Von Muellerhoff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3292948" y="4360724"/>
            <a:ext cx="42460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275290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6357533" y="5774155"/>
            <a:ext cx="158156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-1019015" y="756000"/>
            <a:ext cx="12233048" cy="1513561"/>
            <a:chOff x="0" y="0"/>
            <a:chExt cx="6072391" cy="751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72391" cy="751320"/>
            </a:xfrm>
            <a:custGeom>
              <a:avLst/>
              <a:gdLst/>
              <a:ahLst/>
              <a:cxnLst/>
              <a:rect l="l" t="t" r="r" b="b"/>
              <a:pathLst>
                <a:path w="6072391" h="751320">
                  <a:moveTo>
                    <a:pt x="0" y="0"/>
                  </a:moveTo>
                  <a:lnTo>
                    <a:pt x="6072391" y="0"/>
                  </a:lnTo>
                  <a:lnTo>
                    <a:pt x="6072391" y="751320"/>
                  </a:lnTo>
                  <a:lnTo>
                    <a:pt x="0" y="751320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395549" y="926795"/>
            <a:ext cx="6251563" cy="101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3"/>
              </a:lnSpc>
            </a:pPr>
            <a:r>
              <a:rPr lang="en-US" sz="5609" b="1" spc="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42665" y="2449783"/>
            <a:ext cx="3474215" cy="240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APPRECIATION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56303" y="2935523"/>
            <a:ext cx="2246939" cy="20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10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PRESENTED TO 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11498" y="4388051"/>
            <a:ext cx="406900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2"/>
              </a:lnSpc>
              <a:spcBef>
                <a:spcPct val="0"/>
              </a:spcBef>
            </a:pP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his achievements in participating in the 2022 </a:t>
            </a:r>
            <a:r>
              <a:rPr lang="en-US" sz="1137" u="none" dirty="0" smtClean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HR Specialist </a:t>
            </a:r>
            <a:r>
              <a:rPr lang="en-US" sz="1137" u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91592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VP FOR OPERATION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5290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Historia Reiss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6961" y="6053593"/>
            <a:ext cx="1313447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C283B"/>
                </a:solidFill>
                <a:latin typeface="Poppins"/>
                <a:ea typeface="Poppins"/>
                <a:cs typeface="Poppins"/>
                <a:sym typeface="Poppins"/>
              </a:rPr>
              <a:t>SUPERVISOR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533" y="5834651"/>
            <a:ext cx="1581564" cy="20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1">
                <a:solidFill>
                  <a:srgbClr val="0C283B"/>
                </a:solidFill>
                <a:latin typeface="Poppins Bold"/>
                <a:ea typeface="Poppins Bold"/>
                <a:cs typeface="Poppins Bold"/>
                <a:sym typeface="Poppins Bold"/>
              </a:rPr>
              <a:t>Itsuki Tohru</a:t>
            </a:r>
          </a:p>
        </p:txBody>
      </p:sp>
      <p:sp>
        <p:nvSpPr>
          <p:cNvPr id="16" name="Freeform 16"/>
          <p:cNvSpPr/>
          <p:nvPr/>
        </p:nvSpPr>
        <p:spPr>
          <a:xfrm>
            <a:off x="4895320" y="5186120"/>
            <a:ext cx="901360" cy="1373263"/>
          </a:xfrm>
          <a:custGeom>
            <a:avLst/>
            <a:gdLst/>
            <a:ahLst/>
            <a:cxnLst/>
            <a:rect l="l" t="t" r="r" b="b"/>
            <a:pathLst>
              <a:path w="901360" h="1373263">
                <a:moveTo>
                  <a:pt x="0" y="0"/>
                </a:moveTo>
                <a:lnTo>
                  <a:pt x="901360" y="0"/>
                </a:lnTo>
                <a:lnTo>
                  <a:pt x="901360" y="1373263"/>
                </a:lnTo>
                <a:lnTo>
                  <a:pt x="0" y="13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Libre Baskerville</vt:lpstr>
      <vt:lpstr>Poppins</vt:lpstr>
      <vt:lpstr>Herr Von Muellerhoff</vt:lpstr>
      <vt:lpstr>Arial</vt:lpstr>
      <vt:lpstr>Poppins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Minimalist Simple Appreciation Certificate</dc:title>
  <cp:lastModifiedBy>HP</cp:lastModifiedBy>
  <cp:revision>2</cp:revision>
  <dcterms:created xsi:type="dcterms:W3CDTF">2006-08-16T00:00:00Z</dcterms:created>
  <dcterms:modified xsi:type="dcterms:W3CDTF">2026-03-29T02:55:30Z</dcterms:modified>
  <dc:identifier>DAHFSlTQF94</dc:identifier>
</cp:coreProperties>
</file>